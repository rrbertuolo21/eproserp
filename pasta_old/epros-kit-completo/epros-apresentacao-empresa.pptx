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777240"/>
            <a:ext cx="8046720" cy="329184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05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EPROS ERP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reescrita ao futuro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2176272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04288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estava errado, o que construímos,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trabalhar e o que vem a seguir.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Interno · Todos da Empresa ·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892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Submódulos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no 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VER HOJE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54864" cy="5120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896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89611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que tínhamos — diagnóstico honesto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08176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08176"/>
            <a:ext cx="54864" cy="5120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9961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49961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decidimos reconstruir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11680"/>
            <a:ext cx="54864" cy="5120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1031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10312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estamos construindo — produto e módulos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15184"/>
            <a:ext cx="54864" cy="512064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70662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8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706624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arquitetura mudou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18688"/>
            <a:ext cx="54864" cy="5120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31012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31012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time vai trabalhar — papéis e 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22192"/>
            <a:ext cx="54864" cy="512064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91363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D14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91363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trilhas de treinamento por função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425696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425696"/>
            <a:ext cx="54864" cy="512064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451713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51713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— o que acontece a seguir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O SISTEMA QUE TÍNHAMOS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sistema funcionava. Mas não era sustentável."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249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724912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4.784 linhas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865376"/>
            <a:ext cx="2724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CompraController.cs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 acima do saudável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261872"/>
            <a:ext cx="27249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261872"/>
            <a:ext cx="2724912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1389888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testes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72968" y="1865376"/>
            <a:ext cx="2724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principal sem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teste automatizado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261872"/>
            <a:ext cx="27249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261872"/>
            <a:ext cx="2724912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896" y="1389888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hardcoded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25896" y="1865376"/>
            <a:ext cx="2724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secreta no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versionado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27249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80944"/>
            <a:ext cx="2724912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08960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SHA-256 sem salt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0040" y="3584448"/>
            <a:ext cx="2724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armazenada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texto puro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2980944"/>
            <a:ext cx="27249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980944"/>
            <a:ext cx="2724912" cy="640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3172968" y="3108960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100 anos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72968" y="3584448"/>
            <a:ext cx="2724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AddYears(100) 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sem expiração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5896" y="2980944"/>
            <a:ext cx="27249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2980944"/>
            <a:ext cx="2724912" cy="640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6025896" y="3108960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CORS aberto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25896" y="3584448"/>
            <a:ext cx="2724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AllowAnyOrigin em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3 APIs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ASSESSMENT DE SEGURANÇA 360°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por empresa especializada em Abril 2026 — 5 metodologias combinadas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572768" cy="361188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572768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80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298448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084832"/>
            <a:ext cx="1572768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Encontrou segredos hardcoded e criptografia fraca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39112" y="1170432"/>
            <a:ext cx="1572768" cy="361188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9112" y="1170432"/>
            <a:ext cx="1572768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2039112" y="1280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39112" y="164592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Web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76272" y="1965960"/>
            <a:ext cx="1298448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2039112" y="2084832"/>
            <a:ext cx="1572768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Encontrou XSS e falhas de sessão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1170432"/>
            <a:ext cx="1572768" cy="361188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1170432"/>
            <a:ext cx="1572768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1280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58184" y="164592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95344" y="1965960"/>
            <a:ext cx="1298448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2084832"/>
            <a:ext cx="1572768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Encontrou CORS permissivo e dependências vulneráveis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77256" y="1170432"/>
            <a:ext cx="1572768" cy="361188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77256" y="1170432"/>
            <a:ext cx="1572768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5477256" y="1280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BOLA/IDOR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77256" y="164592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Multi-tenant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14416" y="1965960"/>
            <a:ext cx="1298448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5477256" y="2084832"/>
            <a:ext cx="1572768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Confirmou tenant breakout e vazamento de dados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96328" y="1170432"/>
            <a:ext cx="1572768" cy="361188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96328" y="1170432"/>
            <a:ext cx="1572768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9"/>
          <p:cNvSpPr/>
          <p:nvPr/>
        </p:nvSpPr>
        <p:spPr>
          <a:xfrm>
            <a:off x="7196328" y="1280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 Modeling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96328" y="164592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33488" y="1965960"/>
            <a:ext cx="1298448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7196328" y="2084832"/>
            <a:ext cx="1572768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Encontrou PII no Sentry e logs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 diagnóstico não é opinião — é evidência com arquivo e linha exatos no repositório.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POR QUE RECONSTRUIR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Patches resolvem sintomas. Não resolvem a causa raiz.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069080" cy="329184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070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Patches não resolveriam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Controllers de 4.800 linhas → impossível testar qualquer coisa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4825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Zero testes → cada deploy pode quebrar algo sem aviso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TenantIdStatic → risco de vazamento de dados em pico de uso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IDs long sequenciais → mobile e PDV offline impossíveis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Blazor separado → time dividido entre duas stacks diferentes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95020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SQL Server → custo de licença cresce com cada cliente novo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E6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70432"/>
            <a:ext cx="4069080" cy="329184"/>
          </a:xfrm>
          <a:prstGeom prst="rect">
            <a:avLst/>
          </a:prstGeom>
          <a:solidFill>
            <a:srgbClr val="EDF7F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070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A reescrita resolve por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CQRS — handler por operação, 50–150 linhas, totalmente testável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4825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Testcontainers — 8 testes de segurança bloqueiam o deploy automaticamente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2374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ITenantProvider scoped — isolamento garantido por arquitetura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99923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Guid — geração local, offline-safe, funciona sem banco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Nuxt 3 unificado — web, desktop e admin em uma stack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95020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PostgreSQL 16 — open source, zero licença, performático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O QUE ESTAMOS CONSTRUINDO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847088"/>
          </a:xfrm>
          <a:prstGeom prst="rect">
            <a:avLst/>
          </a:prstGeom>
          <a:solidFill>
            <a:srgbClr val="1A4080"/>
          </a:solidFill>
          <a:ln w="12700">
            <a:solidFill>
              <a:srgbClr val="BF36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4864" cy="184708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509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🚗 DMS Nativo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35331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ERP BR com concessionárias integradas — não add-on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697480" cy="1847088"/>
          </a:xfrm>
          <a:prstGeom prst="rect">
            <a:avLst/>
          </a:prstGeom>
          <a:solidFill>
            <a:srgbClr val="1A408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822960"/>
            <a:ext cx="54864" cy="18470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509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🧾 Fiscal BR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35331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NF-e, NFC-e, NFS-e, CT-e nativos — Hercules em produção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25896" y="822960"/>
            <a:ext cx="2697480" cy="1847088"/>
          </a:xfrm>
          <a:prstGeom prst="rect">
            <a:avLst/>
          </a:prstGeom>
          <a:solidFill>
            <a:srgbClr val="1A4080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822960"/>
            <a:ext cx="54864" cy="184708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88" y="9509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🌱 ESG &amp; GRC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0488" y="135331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CSRD, GRI, SOX, SoD — módulos de 1ª classe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97480" cy="1847088"/>
          </a:xfrm>
          <a:prstGeom prst="rect">
            <a:avLst/>
          </a:prstGeom>
          <a:solidFill>
            <a:srgbClr val="1A4080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54864" cy="18470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29626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☁ Cloud-Agnostic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36499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 de deploy — 1 binário, sem fork de código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72968" y="2834640"/>
            <a:ext cx="2697480" cy="1847088"/>
          </a:xfrm>
          <a:prstGeom prst="rect">
            <a:avLst/>
          </a:prstGeom>
          <a:solidFill>
            <a:srgbClr val="1A4080"/>
          </a:solidFill>
          <a:ln w="12700">
            <a:solidFill>
              <a:srgbClr val="558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834640"/>
            <a:ext cx="54864" cy="1847088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9626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📱 Multi-surface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36499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Desktop offline + Mobile + PDV NFC-e offline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25896" y="2834640"/>
            <a:ext cx="2697480" cy="1847088"/>
          </a:xfrm>
          <a:prstGeom prst="rect">
            <a:avLst/>
          </a:prstGeom>
          <a:solidFill>
            <a:srgbClr val="1A4080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2834640"/>
            <a:ext cx="54864" cy="18470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6190488" y="29626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⚖ Compliance x12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336499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GDPR, PCI DSS, CCPA... — by design desde o 1º commit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COMO A ARQUITETURA MUDOU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977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3977640" cy="329184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4124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— Legado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122529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4.800 linhas — lógica, banco e fiscal misturados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16276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comercial crescente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hardcoded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202996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no código-fonte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243230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Sequencial — offline impossível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testes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64208" y="283464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rede de segurança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em arquivo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64208" y="323697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 — sem observabilidade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393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+ Nuxt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64208" y="36393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stacks, time dividido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62272" y="2377440"/>
            <a:ext cx="548640" cy="548640"/>
          </a:xfrm>
          <a:prstGeom prst="rightArrow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8928" y="804672"/>
            <a:ext cx="36850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E6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38928" y="804672"/>
            <a:ext cx="3685032" cy="329184"/>
          </a:xfrm>
          <a:prstGeom prst="rect">
            <a:avLst/>
          </a:prstGeom>
          <a:solidFill>
            <a:srgbClr val="EDF7F0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841248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— Novo Epros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0368" y="122529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Handler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65392" y="122529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50–150 linhas — testável e isolado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162763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65392" y="162763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zero licença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0368" y="202996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202996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OIDC, MFA, rotação automática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243230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65392" y="243230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Offline-safe — gerado localmente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283464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65392" y="283464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testes obrigatórios bloqueiam deploy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0368" y="323697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5392" y="323697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Prometheus + Loki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363931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3 unificado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65392" y="363931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Desktop, Admin — 1 stack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17 MÓDULOS · 132 SUBMÓDULOS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Extraídos e validados contra 12 sistemas legados reais — não definição teórica.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77824" cy="1170432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4632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submód.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71016" y="1170432"/>
            <a:ext cx="877824" cy="1170432"/>
          </a:xfrm>
          <a:prstGeom prst="rect">
            <a:avLst/>
          </a:prstGeom>
          <a:solidFill>
            <a:srgbClr val="2E7D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71016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1016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Base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35608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71016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submód.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21992" y="1170432"/>
            <a:ext cx="877824" cy="1170432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21992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21992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86584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221992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submód.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72968" y="1170432"/>
            <a:ext cx="877824" cy="1170432"/>
          </a:xfrm>
          <a:prstGeom prst="rect">
            <a:avLst/>
          </a:prstGeom>
          <a:solidFill>
            <a:srgbClr val="AD145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72968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72968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172968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submód.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23944" y="1170432"/>
            <a:ext cx="877824" cy="1170432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23944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23944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88536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123944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submód.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74920" y="1170432"/>
            <a:ext cx="877824" cy="1170432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39512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submód.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25896" y="1170432"/>
            <a:ext cx="877824" cy="1170432"/>
          </a:xfrm>
          <a:prstGeom prst="rect">
            <a:avLst/>
          </a:prstGeom>
          <a:solidFill>
            <a:srgbClr val="558B2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25896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25896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90488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025896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submód.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76872" y="1170432"/>
            <a:ext cx="877824" cy="1170432"/>
          </a:xfrm>
          <a:prstGeom prst="rect">
            <a:avLst/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76872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76872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41464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976872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submód.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927848" y="1170432"/>
            <a:ext cx="877824" cy="1170432"/>
          </a:xfrm>
          <a:prstGeom prst="rect">
            <a:avLst/>
          </a:prstGeom>
          <a:solidFill>
            <a:srgbClr val="4E34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927848" y="122529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927848" y="153619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092440" y="184708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927848" y="19202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submód.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2496312"/>
            <a:ext cx="877824" cy="1170432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20040" y="25511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20040" y="286207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4632" y="317296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32461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submód.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271016" y="2496312"/>
            <a:ext cx="877824" cy="117043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271016" y="25511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271016" y="286207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435608" y="317296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271016" y="32461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submód.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221992" y="2496312"/>
            <a:ext cx="877824" cy="1170432"/>
          </a:xfrm>
          <a:prstGeom prst="rect">
            <a:avLst/>
          </a:prstGeom>
          <a:solidFill>
            <a:srgbClr val="B71C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221992" y="25511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221992" y="286207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386584" y="317296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2221992" y="32461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submód.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172968" y="2496312"/>
            <a:ext cx="877824" cy="1170432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172968" y="25511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3172968" y="286207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337560" y="317296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172968" y="32461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submód.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123944" y="2496312"/>
            <a:ext cx="877824" cy="1170432"/>
          </a:xfrm>
          <a:prstGeom prst="rect">
            <a:avLst/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123944" y="25511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123944" y="286207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288536" y="317296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4123944" y="32461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submód.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074920" y="2496312"/>
            <a:ext cx="877824" cy="1170432"/>
          </a:xfrm>
          <a:prstGeom prst="rect">
            <a:avLst/>
          </a:prstGeom>
          <a:solidFill>
            <a:srgbClr val="79554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074920" y="25511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074920" y="286207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239512" y="317296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5074920" y="32461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submód.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025896" y="2496312"/>
            <a:ext cx="877824" cy="1170432"/>
          </a:xfrm>
          <a:prstGeom prst="rect">
            <a:avLst/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025896" y="25511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025896" y="286207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90488" y="317296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6025896" y="32461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submód.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976872" y="2496312"/>
            <a:ext cx="877824" cy="1170432"/>
          </a:xfrm>
          <a:prstGeom prst="rect">
            <a:avLst/>
          </a:prstGeom>
          <a:solidFill>
            <a:srgbClr val="2632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976872" y="25511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6976872" y="2862072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141464" y="3172968"/>
            <a:ext cx="5486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6976872" y="32461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submód.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COMO O TIME VAI TRABALHAR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920240"/>
          </a:xfrm>
          <a:prstGeom prst="rect">
            <a:avLst/>
          </a:prstGeom>
          <a:solidFill>
            <a:srgbClr val="1A4080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54864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509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🏗️ Tech Lead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Sênior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554480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ADRs, aprovação de PR, padrões técnicos — sem acumular PO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822960"/>
            <a:ext cx="2697480" cy="1920240"/>
          </a:xfrm>
          <a:prstGeom prst="rect">
            <a:avLst/>
          </a:prstGeom>
          <a:solidFill>
            <a:srgbClr val="1A4080"/>
          </a:solidFill>
          <a:ln w="12700">
            <a:solidFill>
              <a:srgbClr val="1A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822960"/>
            <a:ext cx="2697480" cy="54864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11" name="Text 9"/>
          <p:cNvSpPr/>
          <p:nvPr/>
        </p:nvSpPr>
        <p:spPr>
          <a:xfrm>
            <a:off x="3282696" y="9509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Guardião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82696" y="12801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10 anos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82696" y="1554480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 transferir o conhecimento de domínio fiscal e de negócio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896" y="822960"/>
            <a:ext cx="2697480" cy="1920240"/>
          </a:xfrm>
          <a:prstGeom prst="rect">
            <a:avLst/>
          </a:prstGeom>
          <a:solidFill>
            <a:srgbClr val="1A4080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822960"/>
            <a:ext cx="269748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6135624" y="9509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PO / Facilitador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35624" y="12801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→ PO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35624" y="1554480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claros, ACs em Given/When/Then, priorização, comunicação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2697480" cy="1920240"/>
          </a:xfrm>
          <a:prstGeom prst="rect">
            <a:avLst/>
          </a:prstGeom>
          <a:solidFill>
            <a:srgbClr val="1A4080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07792"/>
            <a:ext cx="2697480" cy="54864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30358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🧪 QA / SDET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" y="33649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Pleno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3639312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automatizados, Testcontainers, cobertura ≥70%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907792"/>
            <a:ext cx="2697480" cy="1920240"/>
          </a:xfrm>
          <a:prstGeom prst="rect">
            <a:avLst/>
          </a:prstGeom>
          <a:solidFill>
            <a:srgbClr val="1A408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907792"/>
            <a:ext cx="26974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3282696" y="30358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💻 Dev Backend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82696" y="33649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Devs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82696" y="3639312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 novo sistema — CQRS, EntidadeSaaSBase, nada no legado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25896" y="2907792"/>
            <a:ext cx="2697480" cy="1920240"/>
          </a:xfrm>
          <a:prstGeom prst="rect">
            <a:avLst/>
          </a:prstGeom>
          <a:solidFill>
            <a:srgbClr val="1A4080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25896" y="2907792"/>
            <a:ext cx="2697480" cy="54864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30358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Dev Frontend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35624" y="33649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35624" y="3639312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3, integração API, design system, consistência entre 4 surfaces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13 AGENTES DE IA NO DIA A DIA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"Não é sobre substituir — é sobre amplificar. Cada função usa o agente certo no momento certo."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627632" cy="1115568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435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17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9222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dev, sempre ativo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17043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2435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1517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79222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/ Facilitador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117043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2435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1517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79222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Tech Lead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2120" y="117043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2435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1517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179222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+ Sócios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69480" y="117043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2435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1517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179222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UX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45059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25237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27980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0723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Dev Sênior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57400" y="245059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57400" y="25237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57400" y="27980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30723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94760" y="245059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794760" y="25237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94760" y="27980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Agent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94760" y="30723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devs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32120" y="245059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32120" y="25237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32120" y="27980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SDET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69480" y="245059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269480" y="25237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269480" y="27980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30723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Sênior + Tech Lead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73075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20040" y="380390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20040" y="407822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Agent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" y="435254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+ DevOps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57400" y="373075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057400" y="380390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057400" y="407822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Agent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57400" y="435254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— após entregas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94760" y="3730752"/>
            <a:ext cx="16276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794760" y="380390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794760" y="407822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94760" y="435254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— obrigatório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COMO FUNCIONA UM SPRINT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572768" cy="4041648"/>
          </a:xfrm>
          <a:prstGeom prst="rect">
            <a:avLst/>
          </a:prstGeom>
          <a:solidFill>
            <a:srgbClr val="1A4080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1572768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326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1207008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975104"/>
            <a:ext cx="138988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apresenta US com ACs (Requirements Agent). Time estima. DoR checklist — item sem AC não entra.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39112" y="822960"/>
            <a:ext cx="1572768" cy="4041648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822960"/>
            <a:ext cx="1572768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2039112" y="9326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39112" y="141732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vimento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21992" y="1865376"/>
            <a:ext cx="1207008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2130552" y="1975104"/>
            <a:ext cx="138988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trabalham. Cursor ativo. PR → Code Review Agent obrigatório → output no PR → Tech Lead aprova.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58184" y="822960"/>
            <a:ext cx="1572768" cy="4041648"/>
          </a:xfrm>
          <a:prstGeom prst="rect">
            <a:avLst/>
          </a:prstGeom>
          <a:solidFill>
            <a:srgbClr val="1A4080"/>
          </a:solidFill>
          <a:ln w="12700">
            <a:solidFill>
              <a:srgbClr val="558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822960"/>
            <a:ext cx="1572768" cy="54864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9326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58184" y="141732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Refina-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41064" y="1865376"/>
            <a:ext cx="1207008" cy="36576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975104"/>
            <a:ext cx="138988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 quebra épicos. 2 sprints de buffer. Tech Lead valida impacto técnico.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822960"/>
            <a:ext cx="1572768" cy="4041648"/>
          </a:xfrm>
          <a:prstGeom prst="rect">
            <a:avLst/>
          </a:prstGeom>
          <a:solidFill>
            <a:srgbClr val="1A4080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822960"/>
            <a:ext cx="1572768" cy="54864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9326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77256" y="141732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0136" y="1865376"/>
            <a:ext cx="1207008" cy="36576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7" name="Text 25"/>
          <p:cNvSpPr/>
          <p:nvPr/>
        </p:nvSpPr>
        <p:spPr>
          <a:xfrm>
            <a:off x="5568696" y="1975104"/>
            <a:ext cx="138988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 entregue. QA confirma DoD. Sócios participam quando relevante.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96328" y="822960"/>
            <a:ext cx="1572768" cy="4041648"/>
          </a:xfrm>
          <a:prstGeom prst="rect">
            <a:avLst/>
          </a:prstGeom>
          <a:solidFill>
            <a:srgbClr val="1A4080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96328" y="822960"/>
            <a:ext cx="157276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7196328" y="9326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96328" y="141732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Retros-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pectiva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79208" y="1865376"/>
            <a:ext cx="1207008" cy="365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Text 31"/>
          <p:cNvSpPr/>
          <p:nvPr/>
        </p:nvSpPr>
        <p:spPr>
          <a:xfrm>
            <a:off x="7287768" y="1975104"/>
            <a:ext cx="138988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bem, o que travar. 1 ação concreta. 1ª sexta: revisão de métricas e prompts dos agentes.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TRILHAS DE TREINAMENTO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trilha por função. 8 semanas. Em paralelo com o trabalho. Exercícios no código real do projeto.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011680" cy="6400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984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💻  Backend Dev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755648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79222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.NET + CQRS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250545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na prática Epros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3182112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321868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EF 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3895344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39319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7–8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Testes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96312" y="1170432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170432"/>
            <a:ext cx="2011680" cy="64008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8" name="Text 16"/>
          <p:cNvSpPr/>
          <p:nvPr/>
        </p:nvSpPr>
        <p:spPr>
          <a:xfrm>
            <a:off x="2496312" y="12984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D14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Frontend Dev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06040" y="1755648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179222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3 na prática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468880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4328" y="250545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+ integração API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3182112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321868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Epros Frontend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3895344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24328" y="39319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7–8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Performance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72584" y="1170432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72584" y="1170432"/>
            <a:ext cx="2011680" cy="6400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9" name="Text 27"/>
          <p:cNvSpPr/>
          <p:nvPr/>
        </p:nvSpPr>
        <p:spPr>
          <a:xfrm>
            <a:off x="4672584" y="12984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🧪  QA / SDET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82312" y="1755648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79222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de testes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82312" y="2468880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0545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na prática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82312" y="3182112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21868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 e análise ACs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82312" y="3895344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9319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7–8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 Regressão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48856" y="1170432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48856" y="1170432"/>
            <a:ext cx="201168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0" name="Text 38"/>
          <p:cNvSpPr/>
          <p:nvPr/>
        </p:nvSpPr>
        <p:spPr>
          <a:xfrm>
            <a:off x="6848856" y="12984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PO / Facilitador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58584" y="1755648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76872" y="179222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de produto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58584" y="2468880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250545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Agent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58584" y="3182112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76872" y="321868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 backlog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58584" y="3895344"/>
            <a:ext cx="179222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76872" y="39319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7–8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e métricas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PLANO — O QUE ACONTECE A SEGUIR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31520"/>
          </a:xfrm>
          <a:prstGeom prst="rect">
            <a:avLst/>
          </a:prstGeom>
          <a:solidFill>
            <a:srgbClr val="1A4080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" cy="73152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13385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Blocos 1–5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914400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Fundação, GestaoClientes, Financeiro, Estoque, Vendas e PDV completos. 92+ arquivos .cs · 32 testes.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731520"/>
          </a:xfrm>
          <a:prstGeom prst="rect">
            <a:avLst/>
          </a:prstGeom>
          <a:solidFill>
            <a:srgbClr val="1A408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64208"/>
            <a:ext cx="64008" cy="7315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65376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17373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197510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0280" y="1755648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— NF-e entrada, ContaPagar automático, EntradaEstoque. Reengenharia do CompraController (4.784 linhas → CQRS).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05456"/>
            <a:ext cx="8503920" cy="731520"/>
          </a:xfrm>
          <a:prstGeom prst="rect">
            <a:avLst/>
          </a:prstGeom>
          <a:solidFill>
            <a:srgbClr val="1A4080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05456"/>
            <a:ext cx="64008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06624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257860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81635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40280" y="2596896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— Migrations, Keycloak seeders, CI/CD GitHub Actions, script migração long→Guid para 20 clientes.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346704"/>
            <a:ext cx="8503920" cy="73152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46704"/>
            <a:ext cx="64008" cy="7315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4787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4198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36576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40280" y="3438144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— Testcontainers, sync delta offline, worker de vencimento automático, webhook MercadoPago.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187952"/>
            <a:ext cx="8503920" cy="731520"/>
          </a:xfrm>
          <a:prstGeom prst="rect">
            <a:avLst/>
          </a:prstGeom>
          <a:solidFill>
            <a:srgbClr val="1A4080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187952"/>
            <a:ext cx="64008" cy="7315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38912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2611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44988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Blocos 9–10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240280" y="4279392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offline (Electron + Nuxt 3), Cadastros Base, Permissões ABAC, Epros.Mobile (React Native).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OS PRÓXIMOS 90 DIAS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24912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32688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1–30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Contenção &amp; Fundação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83664"/>
            <a:ext cx="235915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Patches de segurança críticos (JWT, CORS, Sentry, Hangfire)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Configurar agentes IA no Cursor — .cursorrules na raiz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Papéis comunicados ao time — sênior para de ser 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DoR e DoD definidos e apresentados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804672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804672"/>
            <a:ext cx="2724912" cy="640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3172968" y="932688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72968" y="1298448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31–60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72968" y="155448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 &amp; Qualidade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55848" y="1883664"/>
            <a:ext cx="235915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201168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Review Agent obrigatório em todo PR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248716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QA Agent gerando casos de teste dos ACs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296265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Dev 10 anos documentando domínio com Docs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43814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Bloco 6 (Compras) concluído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5896" y="804672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804672"/>
            <a:ext cx="2724912" cy="6400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6" name="Text 24"/>
          <p:cNvSpPr/>
          <p:nvPr/>
        </p:nvSpPr>
        <p:spPr>
          <a:xfrm>
            <a:off x="6025896" y="932688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25896" y="1298448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61–90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25896" y="155448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Aceleração &amp; Migração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08776" y="1883664"/>
            <a:ext cx="235915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30" name="Text 28"/>
          <p:cNvSpPr/>
          <p:nvPr/>
        </p:nvSpPr>
        <p:spPr>
          <a:xfrm>
            <a:off x="6163056" y="201168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Retrospectiva do framework — ajustar prompts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63056" y="248716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Primeiro cliente legado em migração assistida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63056" y="296265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Script long→Guid validado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63056" y="343814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Bloco 7 (CI/CD + Keycloak) iniciado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97280"/>
            <a:ext cx="8138160" cy="292608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80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futuro do Epros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 sendo construído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todas essas pessoas — neste 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926080"/>
            <a:ext cx="21945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90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documentação completa está disponível em epros-devs.html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663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Material Estratégico Interno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Epros ERP — Evento da Empresa</dc:title>
  <dc:subject>PptxGenJS Presentation</dc:subject>
  <dc:creator>PptxGenJS</dc:creator>
  <cp:lastModifiedBy>PptxGenJS</cp:lastModifiedBy>
  <cp:revision>1</cp:revision>
  <dcterms:created xsi:type="dcterms:W3CDTF">2026-06-05T02:48:38Z</dcterms:created>
  <dcterms:modified xsi:type="dcterms:W3CDTF">2026-06-05T02:48:38Z</dcterms:modified>
</cp:coreProperties>
</file>